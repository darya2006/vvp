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7" r:id="rId1"/>
  </p:sldMasterIdLst>
  <p:sldIdLst>
    <p:sldId id="265" r:id="rId2"/>
    <p:sldId id="257" r:id="rId3"/>
    <p:sldId id="259" r:id="rId4"/>
    <p:sldId id="262" r:id="rId5"/>
    <p:sldId id="263" r:id="rId6"/>
    <p:sldId id="264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06AF-4484-48CE-8556-23F9F081A90E}" type="datetimeFigureOut">
              <a:rPr lang="ru-RU" smtClean="0"/>
              <a:t>10.04.2023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4691-0231-449A-9E8A-23F729E0AEF0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98631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06AF-4484-48CE-8556-23F9F081A90E}" type="datetimeFigureOut">
              <a:rPr lang="ru-RU" smtClean="0"/>
              <a:t>10.04.2023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4691-0231-449A-9E8A-23F729E0A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290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06AF-4484-48CE-8556-23F9F081A90E}" type="datetimeFigureOut">
              <a:rPr lang="ru-RU" smtClean="0"/>
              <a:t>10.04.2023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4691-0231-449A-9E8A-23F729E0AEF0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46661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06AF-4484-48CE-8556-23F9F081A90E}" type="datetimeFigureOut">
              <a:rPr lang="ru-RU" smtClean="0"/>
              <a:t>10.04.2023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4691-0231-449A-9E8A-23F729E0A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80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06AF-4484-48CE-8556-23F9F081A90E}" type="datetimeFigureOut">
              <a:rPr lang="ru-RU" smtClean="0"/>
              <a:t>10.04.2023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4691-0231-449A-9E8A-23F729E0A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5657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06AF-4484-48CE-8556-23F9F081A90E}" type="datetimeFigureOut">
              <a:rPr lang="ru-RU" smtClean="0"/>
              <a:t>10.04.2023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4691-0231-449A-9E8A-23F729E0A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682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06AF-4484-48CE-8556-23F9F081A90E}" type="datetimeFigureOut">
              <a:rPr lang="ru-RU" smtClean="0"/>
              <a:t>10.04.2023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4691-0231-449A-9E8A-23F729E0A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157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716006AF-4484-48CE-8556-23F9F081A90E}" type="datetimeFigureOut">
              <a:rPr lang="ru-RU" smtClean="0"/>
              <a:t>10.04.2023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854691-0231-449A-9E8A-23F729E0A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813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06AF-4484-48CE-8556-23F9F081A90E}" type="datetimeFigureOut">
              <a:rPr lang="ru-RU" smtClean="0"/>
              <a:t>10.04.2023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4691-0231-449A-9E8A-23F729E0A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5090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06AF-4484-48CE-8556-23F9F081A90E}" type="datetimeFigureOut">
              <a:rPr lang="ru-RU" smtClean="0"/>
              <a:t>10.04.2023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4691-0231-449A-9E8A-23F729E0A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786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06AF-4484-48CE-8556-23F9F081A90E}" type="datetimeFigureOut">
              <a:rPr lang="ru-RU" smtClean="0"/>
              <a:t>10.04.2023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4691-0231-449A-9E8A-23F729E0A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4623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16006AF-4484-48CE-8556-23F9F081A90E}" type="datetimeFigureOut">
              <a:rPr lang="ru-RU" smtClean="0"/>
              <a:t>10.04.2023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0854691-0231-449A-9E8A-23F729E0AEF0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940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 smtClean="0"/>
              <a:t>Крутякова</a:t>
            </a:r>
            <a:r>
              <a:rPr lang="ru-RU" dirty="0" smtClean="0"/>
              <a:t> Дарья</a:t>
            </a:r>
            <a:br>
              <a:rPr lang="ru-RU" dirty="0" smtClean="0"/>
            </a:br>
            <a:r>
              <a:rPr lang="ru-RU" dirty="0" smtClean="0"/>
              <a:t>ИСиП-11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Работа в офисе, на </a:t>
            </a:r>
            <a:r>
              <a:rPr lang="ru-RU" dirty="0" err="1" smtClean="0"/>
              <a:t>удалёнке</a:t>
            </a:r>
            <a:r>
              <a:rPr lang="ru-RU" dirty="0" smtClean="0"/>
              <a:t>, </a:t>
            </a:r>
            <a:r>
              <a:rPr lang="ru-RU" dirty="0" err="1"/>
              <a:t>ф</a:t>
            </a:r>
            <a:r>
              <a:rPr lang="ru-RU" dirty="0" err="1" smtClean="0"/>
              <a:t>рилансе</a:t>
            </a:r>
            <a:r>
              <a:rPr lang="ru-RU" dirty="0" smtClean="0"/>
              <a:t> и </a:t>
            </a:r>
            <a:r>
              <a:rPr lang="ru-RU" dirty="0" err="1" smtClean="0"/>
              <a:t>стартапе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7133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+ работы в офисе и на </a:t>
            </a:r>
            <a:r>
              <a:rPr lang="ru-RU" dirty="0" err="1" smtClean="0"/>
              <a:t>удалёнке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Офис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Вы учитесь взаимодействовать с людьми и развиваете свои коммуникативные </a:t>
            </a:r>
            <a:r>
              <a:rPr lang="ru-RU" sz="2000" dirty="0" smtClean="0"/>
              <a:t>навыки;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 smtClean="0"/>
              <a:t>Общение напрямую с </a:t>
            </a:r>
            <a:r>
              <a:rPr lang="ru-RU" sz="2000" dirty="0"/>
              <a:t>коллегами и начальством, </a:t>
            </a:r>
            <a:r>
              <a:rPr lang="ru-RU" sz="2000" dirty="0" smtClean="0"/>
              <a:t>что </a:t>
            </a:r>
            <a:r>
              <a:rPr lang="ru-RU" sz="2000" dirty="0"/>
              <a:t>нередко делает рабочий процесс более эффективным и </a:t>
            </a:r>
            <a:r>
              <a:rPr lang="ru-RU" sz="2000" dirty="0" smtClean="0"/>
              <a:t>удобным;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Четкое разделение рабочего и личного </a:t>
            </a:r>
            <a:r>
              <a:rPr lang="ru-RU" sz="2000" dirty="0" smtClean="0"/>
              <a:t>пространств;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 smtClean="0"/>
              <a:t>Удалёнка</a:t>
            </a:r>
            <a:endParaRPr lang="ru-RU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 smtClean="0"/>
              <a:t>Экономия времени;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 smtClean="0"/>
              <a:t>Относительно свободный график;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 smtClean="0"/>
              <a:t>Нет привязанности к одному месту (можно работать из разных точек);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Отсутствие необходимости ежедневно ездить в офис и </a:t>
            </a:r>
            <a:r>
              <a:rPr lang="ru-RU" sz="2000" dirty="0" smtClean="0"/>
              <a:t>обратно;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 smtClean="0"/>
              <a:t>Нет необходимости часто взаимодействовать с людьми;</a:t>
            </a:r>
            <a:endParaRPr lang="ru-RU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- работы в офисе и на </a:t>
            </a:r>
            <a:r>
              <a:rPr lang="ru-RU" dirty="0" err="1" smtClean="0"/>
              <a:t>удалёнке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Офис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Необходимость тратить </a:t>
            </a:r>
            <a:r>
              <a:rPr lang="ru-RU" sz="2000" dirty="0" smtClean="0"/>
              <a:t>время </a:t>
            </a:r>
            <a:r>
              <a:rPr lang="ru-RU" sz="2000" dirty="0"/>
              <a:t>на </a:t>
            </a:r>
            <a:r>
              <a:rPr lang="ru-RU" sz="2000" dirty="0" smtClean="0"/>
              <a:t>дорогу;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 smtClean="0"/>
              <a:t>Нужно уметь подстраиваться </a:t>
            </a:r>
            <a:r>
              <a:rPr lang="ru-RU" sz="2000" dirty="0"/>
              <a:t>под </a:t>
            </a:r>
            <a:r>
              <a:rPr lang="ru-RU" sz="2000" dirty="0" smtClean="0"/>
              <a:t>коллектив;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 smtClean="0"/>
              <a:t>Работоспособность часто зависит от всего коллектива</a:t>
            </a:r>
            <a:r>
              <a:rPr lang="ru-RU" sz="2000" dirty="0" smtClean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Наличие руководителей, перед которыми положено отчитываться;</a:t>
            </a:r>
          </a:p>
          <a:p>
            <a:endParaRPr lang="ru-RU" sz="2000" dirty="0" smtClean="0"/>
          </a:p>
          <a:p>
            <a:endParaRPr lang="ru-RU" sz="2000" dirty="0"/>
          </a:p>
          <a:p>
            <a:endParaRPr lang="ru-RU" sz="2000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Удалёнка</a:t>
            </a:r>
            <a:endParaRPr lang="ru-R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 smtClean="0"/>
              <a:t>Сложно себя организовать;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 smtClean="0"/>
              <a:t>Чаще всего ненормированный рабочий график;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 smtClean="0"/>
              <a:t>Нехватка общения;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Домашняя обстановка не всегда подходит для </a:t>
            </a:r>
            <a:r>
              <a:rPr lang="ru-RU" sz="2000" dirty="0" smtClean="0"/>
              <a:t>работы;</a:t>
            </a:r>
          </a:p>
          <a:p>
            <a:pPr>
              <a:buNone/>
            </a:pPr>
            <a:endParaRPr lang="ru-RU" sz="2000" dirty="0"/>
          </a:p>
          <a:p>
            <a:endParaRPr lang="ru-RU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r>
              <a:rPr lang="ru-RU" dirty="0" err="1" smtClean="0"/>
              <a:t>Фриланс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Плюсы: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Работа на </a:t>
            </a:r>
            <a:r>
              <a:rPr lang="ru-RU" dirty="0" smtClean="0"/>
              <a:t>себя;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Свободный график </a:t>
            </a:r>
            <a:r>
              <a:rPr lang="ru-RU" dirty="0" smtClean="0"/>
              <a:t>работы;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Отсутствие </a:t>
            </a:r>
            <a:r>
              <a:rPr lang="ru-RU" dirty="0" smtClean="0"/>
              <a:t>начальника;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Потенциально </a:t>
            </a:r>
            <a:r>
              <a:rPr lang="ru-RU" dirty="0"/>
              <a:t>высокие </a:t>
            </a:r>
            <a:r>
              <a:rPr lang="ru-RU" dirty="0" smtClean="0"/>
              <a:t>заработки;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Возможность совмещать работу и </a:t>
            </a:r>
            <a:r>
              <a:rPr lang="ru-RU" dirty="0" smtClean="0"/>
              <a:t>путешествия;</a:t>
            </a:r>
            <a:endParaRPr lang="ru-RU" dirty="0"/>
          </a:p>
          <a:p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Минусы: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Необходимость постоянной самодисциплины;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Личные </a:t>
            </a:r>
            <a:r>
              <a:rPr lang="ru-RU" dirty="0"/>
              <a:t>обязательства перед </a:t>
            </a:r>
            <a:r>
              <a:rPr lang="ru-RU" dirty="0" smtClean="0"/>
              <a:t>клиентами;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Необходимость </a:t>
            </a:r>
            <a:r>
              <a:rPr lang="ru-RU" dirty="0"/>
              <a:t>самому искать новые </a:t>
            </a:r>
            <a:r>
              <a:rPr lang="ru-RU" dirty="0" smtClean="0"/>
              <a:t>заказы;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Не стабильный заработок</a:t>
            </a:r>
            <a:r>
              <a:rPr lang="ru-RU" dirty="0" smtClean="0"/>
              <a:t>;</a:t>
            </a:r>
          </a:p>
          <a:p>
            <a:endParaRPr lang="ru-RU" sz="2400" dirty="0" smtClean="0"/>
          </a:p>
          <a:p>
            <a:endParaRPr lang="ru-RU" sz="2000" dirty="0" smtClean="0"/>
          </a:p>
          <a:p>
            <a:endParaRPr lang="ru-RU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Стартап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Плюсы:</a:t>
            </a:r>
          </a:p>
          <a:p>
            <a:r>
              <a:rPr lang="ru-RU" sz="2000" dirty="0" smtClean="0"/>
              <a:t>Интересный опыт;</a:t>
            </a:r>
          </a:p>
          <a:p>
            <a:r>
              <a:rPr lang="ru-RU" sz="2000" dirty="0" smtClean="0"/>
              <a:t>Саморазвитие;</a:t>
            </a:r>
          </a:p>
          <a:p>
            <a:r>
              <a:rPr lang="ru-RU" sz="2000" dirty="0"/>
              <a:t> Хорошая возможность карьерного </a:t>
            </a:r>
            <a:r>
              <a:rPr lang="ru-RU" sz="2000" dirty="0" smtClean="0"/>
              <a:t>роста;</a:t>
            </a:r>
          </a:p>
          <a:p>
            <a:r>
              <a:rPr lang="ru-RU" sz="2000" dirty="0"/>
              <a:t>Полная свобода действий в </a:t>
            </a:r>
            <a:r>
              <a:rPr lang="ru-RU" sz="2000" dirty="0" smtClean="0"/>
              <a:t>идеях и подходах</a:t>
            </a:r>
            <a:endParaRPr lang="ru-RU" sz="2000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Минусы:</a:t>
            </a:r>
          </a:p>
          <a:p>
            <a:r>
              <a:rPr lang="ru-RU" sz="2000" dirty="0" smtClean="0"/>
              <a:t>Большая ответственность и риск;</a:t>
            </a:r>
          </a:p>
          <a:p>
            <a:r>
              <a:rPr lang="ru-RU" sz="2000" dirty="0" smtClean="0"/>
              <a:t>Ненормированный график;</a:t>
            </a:r>
          </a:p>
          <a:p>
            <a:r>
              <a:rPr lang="ru-RU" sz="2000" dirty="0" smtClean="0"/>
              <a:t>Высокая скорость перемен, к которым требуется быстро приспосабливается;</a:t>
            </a:r>
          </a:p>
          <a:p>
            <a:r>
              <a:rPr lang="ru-RU" sz="2000" dirty="0" smtClean="0"/>
              <a:t>Нестабильный заработок;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Офис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Плюсы: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Стабильная </a:t>
            </a:r>
            <a:r>
              <a:rPr lang="ru-RU" dirty="0" err="1" smtClean="0"/>
              <a:t>зп</a:t>
            </a:r>
            <a:r>
              <a:rPr lang="ru-RU" dirty="0" smtClean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Фиксированный график;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Возможность карьерного роста;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Социальная защищенность. </a:t>
            </a:r>
            <a:r>
              <a:rPr lang="ru-RU" dirty="0" smtClean="0"/>
              <a:t>(Оплачиваются </a:t>
            </a:r>
            <a:r>
              <a:rPr lang="ru-RU" dirty="0"/>
              <a:t>больничные и отпуска, </a:t>
            </a:r>
            <a:r>
              <a:rPr lang="ru-RU" dirty="0" smtClean="0"/>
              <a:t>проще </a:t>
            </a:r>
            <a:r>
              <a:rPr lang="ru-RU" dirty="0"/>
              <a:t>получить </a:t>
            </a:r>
            <a:r>
              <a:rPr lang="ru-RU" dirty="0" smtClean="0"/>
              <a:t>кредит);</a:t>
            </a:r>
            <a:endParaRPr lang="ru-RU" dirty="0" smtClean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Минусы: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Необходимость тратить время и финансовые средства на дорогу в офис и </a:t>
            </a:r>
            <a:r>
              <a:rPr lang="ru-RU" sz="2000" dirty="0" smtClean="0"/>
              <a:t>домой;</a:t>
            </a:r>
            <a:endParaRPr lang="ru-R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Не всегда удобное расположение </a:t>
            </a:r>
            <a:r>
              <a:rPr lang="ru-RU" sz="2000" dirty="0" smtClean="0"/>
              <a:t>офиса</a:t>
            </a:r>
            <a:r>
              <a:rPr lang="ru-RU" sz="2000" dirty="0" smtClean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 smtClean="0"/>
              <a:t>Бюрократия</a:t>
            </a:r>
            <a:endParaRPr lang="ru-RU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100</TotalTime>
  <Words>273</Words>
  <Application>Microsoft Office PowerPoint</Application>
  <PresentationFormat>Экран (4:3)</PresentationFormat>
  <Paragraphs>59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Ретро</vt:lpstr>
      <vt:lpstr>Крутякова Дарья ИСиП-11</vt:lpstr>
      <vt:lpstr>+ работы в офисе и на удалёнке</vt:lpstr>
      <vt:lpstr>- работы в офисе и на удалёнке</vt:lpstr>
      <vt:lpstr> Фриланс</vt:lpstr>
      <vt:lpstr>Стартап</vt:lpstr>
      <vt:lpstr>Офис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+ работы в офисе и на удалёнке</dc:title>
  <dc:creator>Студент ТСПК</dc:creator>
  <cp:lastModifiedBy>Dasha</cp:lastModifiedBy>
  <cp:revision>8</cp:revision>
  <dcterms:created xsi:type="dcterms:W3CDTF">2023-04-06T06:56:50Z</dcterms:created>
  <dcterms:modified xsi:type="dcterms:W3CDTF">2023-04-10T19:43:50Z</dcterms:modified>
</cp:coreProperties>
</file>